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91B8C-068F-4565-93F1-B12B3C835D60}" v="1" dt="2026-03-26T03:06:32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daveni karthik" userId="350f9221cf384302" providerId="LiveId" clId="{659594B9-3F35-4671-BF47-8C07AE8EB907}"/>
    <pc:docChg chg="undo custSel addSld delSld modSld">
      <pc:chgData name="dandaveni karthik" userId="350f9221cf384302" providerId="LiveId" clId="{659594B9-3F35-4671-BF47-8C07AE8EB907}" dt="2026-03-26T03:07:25.373" v="83" actId="2696"/>
      <pc:docMkLst>
        <pc:docMk/>
      </pc:docMkLst>
      <pc:sldChg chg="modSp mod">
        <pc:chgData name="dandaveni karthik" userId="350f9221cf384302" providerId="LiveId" clId="{659594B9-3F35-4671-BF47-8C07AE8EB907}" dt="2026-03-26T02:37:13.144" v="9" actId="14100"/>
        <pc:sldMkLst>
          <pc:docMk/>
          <pc:sldMk cId="0" sldId="256"/>
        </pc:sldMkLst>
        <pc:spChg chg="mod">
          <ac:chgData name="dandaveni karthik" userId="350f9221cf384302" providerId="LiveId" clId="{659594B9-3F35-4671-BF47-8C07AE8EB907}" dt="2026-03-26T02:37:13.144" v="9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ndaveni karthik" userId="350f9221cf384302" providerId="LiveId" clId="{659594B9-3F35-4671-BF47-8C07AE8EB907}" dt="2026-03-26T02:36:22.189" v="6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dandaveni karthik" userId="350f9221cf384302" providerId="LiveId" clId="{659594B9-3F35-4671-BF47-8C07AE8EB907}" dt="2026-03-26T02:36:28.613" v="7" actId="1076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dandaveni karthik" userId="350f9221cf384302" providerId="LiveId" clId="{659594B9-3F35-4671-BF47-8C07AE8EB907}" dt="2026-03-26T02:37:50.733" v="14" actId="14100"/>
        <pc:sldMkLst>
          <pc:docMk/>
          <pc:sldMk cId="0" sldId="257"/>
        </pc:sldMkLst>
        <pc:spChg chg="mod">
          <ac:chgData name="dandaveni karthik" userId="350f9221cf384302" providerId="LiveId" clId="{659594B9-3F35-4671-BF47-8C07AE8EB907}" dt="2026-03-26T02:37:50.733" v="14" actId="14100"/>
          <ac:spMkLst>
            <pc:docMk/>
            <pc:sldMk cId="0" sldId="257"/>
            <ac:spMk id="2" creationId="{00000000-0000-0000-0000-000000000000}"/>
          </ac:spMkLst>
        </pc:spChg>
        <pc:spChg chg="mod">
          <ac:chgData name="dandaveni karthik" userId="350f9221cf384302" providerId="LiveId" clId="{659594B9-3F35-4671-BF47-8C07AE8EB907}" dt="2026-03-26T02:37:40.279" v="12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dandaveni karthik" userId="350f9221cf384302" providerId="LiveId" clId="{659594B9-3F35-4671-BF47-8C07AE8EB907}" dt="2026-03-26T02:37:35.185" v="11" actId="1076"/>
          <ac:spMkLst>
            <pc:docMk/>
            <pc:sldMk cId="0" sldId="257"/>
            <ac:spMk id="4" creationId="{00000000-0000-0000-0000-000000000000}"/>
          </ac:spMkLst>
        </pc:spChg>
        <pc:picChg chg="mod">
          <ac:chgData name="dandaveni karthik" userId="350f9221cf384302" providerId="LiveId" clId="{659594B9-3F35-4671-BF47-8C07AE8EB907}" dt="2026-03-26T02:37:44.037" v="13" actId="1076"/>
          <ac:picMkLst>
            <pc:docMk/>
            <pc:sldMk cId="0" sldId="257"/>
            <ac:picMk id="6" creationId="{69629F01-84C2-E705-D56F-8BD4AD9AE80C}"/>
          </ac:picMkLst>
        </pc:picChg>
      </pc:sldChg>
      <pc:sldChg chg="modSp mod">
        <pc:chgData name="dandaveni karthik" userId="350f9221cf384302" providerId="LiveId" clId="{659594B9-3F35-4671-BF47-8C07AE8EB907}" dt="2026-03-26T02:38:30.324" v="18" actId="1076"/>
        <pc:sldMkLst>
          <pc:docMk/>
          <pc:sldMk cId="0" sldId="258"/>
        </pc:sldMkLst>
        <pc:spChg chg="mod">
          <ac:chgData name="dandaveni karthik" userId="350f9221cf384302" providerId="LiveId" clId="{659594B9-3F35-4671-BF47-8C07AE8EB907}" dt="2026-03-26T02:38:23.757" v="17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dandaveni karthik" userId="350f9221cf384302" providerId="LiveId" clId="{659594B9-3F35-4671-BF47-8C07AE8EB907}" dt="2026-03-26T02:38:30.324" v="18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dandaveni karthik" userId="350f9221cf384302" providerId="LiveId" clId="{659594B9-3F35-4671-BF47-8C07AE8EB907}" dt="2026-03-26T02:38:14.049" v="16" actId="107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dandaveni karthik" userId="350f9221cf384302" providerId="LiveId" clId="{659594B9-3F35-4671-BF47-8C07AE8EB907}" dt="2026-03-26T02:39:01.958" v="22" actId="1076"/>
        <pc:sldMkLst>
          <pc:docMk/>
          <pc:sldMk cId="0" sldId="259"/>
        </pc:sldMkLst>
        <pc:spChg chg="mod">
          <ac:chgData name="dandaveni karthik" userId="350f9221cf384302" providerId="LiveId" clId="{659594B9-3F35-4671-BF47-8C07AE8EB907}" dt="2026-03-26T02:38:44.210" v="19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dandaveni karthik" userId="350f9221cf384302" providerId="LiveId" clId="{659594B9-3F35-4671-BF47-8C07AE8EB907}" dt="2026-03-26T02:38:50.589" v="20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dandaveni karthik" userId="350f9221cf384302" providerId="LiveId" clId="{659594B9-3F35-4671-BF47-8C07AE8EB907}" dt="2026-03-26T02:38:56.580" v="21" actId="1076"/>
          <ac:spMkLst>
            <pc:docMk/>
            <pc:sldMk cId="0" sldId="259"/>
            <ac:spMk id="4" creationId="{00000000-0000-0000-0000-000000000000}"/>
          </ac:spMkLst>
        </pc:spChg>
        <pc:picChg chg="mod">
          <ac:chgData name="dandaveni karthik" userId="350f9221cf384302" providerId="LiveId" clId="{659594B9-3F35-4671-BF47-8C07AE8EB907}" dt="2026-03-26T02:39:01.958" v="22" actId="1076"/>
          <ac:picMkLst>
            <pc:docMk/>
            <pc:sldMk cId="0" sldId="259"/>
            <ac:picMk id="6" creationId="{E8C96407-2302-3521-AC50-56D0ED21020B}"/>
          </ac:picMkLst>
        </pc:picChg>
      </pc:sldChg>
      <pc:sldChg chg="modSp mod">
        <pc:chgData name="dandaveni karthik" userId="350f9221cf384302" providerId="LiveId" clId="{659594B9-3F35-4671-BF47-8C07AE8EB907}" dt="2026-03-26T02:43:39.132" v="66" actId="20577"/>
        <pc:sldMkLst>
          <pc:docMk/>
          <pc:sldMk cId="0" sldId="261"/>
        </pc:sldMkLst>
        <pc:spChg chg="mod">
          <ac:chgData name="dandaveni karthik" userId="350f9221cf384302" providerId="LiveId" clId="{659594B9-3F35-4671-BF47-8C07AE8EB907}" dt="2026-03-26T02:39:18.144" v="23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dandaveni karthik" userId="350f9221cf384302" providerId="LiveId" clId="{659594B9-3F35-4671-BF47-8C07AE8EB907}" dt="2026-03-26T02:43:39.132" v="66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dandaveni karthik" userId="350f9221cf384302" providerId="LiveId" clId="{659594B9-3F35-4671-BF47-8C07AE8EB907}" dt="2026-03-26T02:39:33.467" v="25" actId="1076"/>
          <ac:spMkLst>
            <pc:docMk/>
            <pc:sldMk cId="0" sldId="261"/>
            <ac:spMk id="4" creationId="{00000000-0000-0000-0000-000000000000}"/>
          </ac:spMkLst>
        </pc:spChg>
        <pc:picChg chg="mod">
          <ac:chgData name="dandaveni karthik" userId="350f9221cf384302" providerId="LiveId" clId="{659594B9-3F35-4671-BF47-8C07AE8EB907}" dt="2026-03-26T02:39:38.230" v="26" actId="1076"/>
          <ac:picMkLst>
            <pc:docMk/>
            <pc:sldMk cId="0" sldId="261"/>
            <ac:picMk id="6" creationId="{B45D6966-9FCE-0B0B-DBCF-DC86A4CB5F8A}"/>
          </ac:picMkLst>
        </pc:picChg>
      </pc:sldChg>
      <pc:sldChg chg="modSp mod">
        <pc:chgData name="dandaveni karthik" userId="350f9221cf384302" providerId="LiveId" clId="{659594B9-3F35-4671-BF47-8C07AE8EB907}" dt="2026-03-26T02:42:50.464" v="55" actId="1076"/>
        <pc:sldMkLst>
          <pc:docMk/>
          <pc:sldMk cId="0" sldId="262"/>
        </pc:sldMkLst>
        <pc:spChg chg="mod">
          <ac:chgData name="dandaveni karthik" userId="350f9221cf384302" providerId="LiveId" clId="{659594B9-3F35-4671-BF47-8C07AE8EB907}" dt="2026-03-26T02:42:47.677" v="54" actId="1076"/>
          <ac:spMkLst>
            <pc:docMk/>
            <pc:sldMk cId="0" sldId="262"/>
            <ac:spMk id="2" creationId="{00000000-0000-0000-0000-000000000000}"/>
          </ac:spMkLst>
        </pc:spChg>
        <pc:picChg chg="mod">
          <ac:chgData name="dandaveni karthik" userId="350f9221cf384302" providerId="LiveId" clId="{659594B9-3F35-4671-BF47-8C07AE8EB907}" dt="2026-03-26T02:42:50.464" v="55" actId="1076"/>
          <ac:picMkLst>
            <pc:docMk/>
            <pc:sldMk cId="0" sldId="262"/>
            <ac:picMk id="5" creationId="{00000000-0000-0000-0000-000000000000}"/>
          </ac:picMkLst>
        </pc:picChg>
      </pc:sldChg>
      <pc:sldChg chg="modSp mod">
        <pc:chgData name="dandaveni karthik" userId="350f9221cf384302" providerId="LiveId" clId="{659594B9-3F35-4671-BF47-8C07AE8EB907}" dt="2026-03-26T02:42:26.364" v="50" actId="1076"/>
        <pc:sldMkLst>
          <pc:docMk/>
          <pc:sldMk cId="0" sldId="263"/>
        </pc:sldMkLst>
        <pc:spChg chg="mod">
          <ac:chgData name="dandaveni karthik" userId="350f9221cf384302" providerId="LiveId" clId="{659594B9-3F35-4671-BF47-8C07AE8EB907}" dt="2026-03-26T02:42:17.809" v="48" actId="1076"/>
          <ac:spMkLst>
            <pc:docMk/>
            <pc:sldMk cId="0" sldId="263"/>
            <ac:spMk id="2" creationId="{00000000-0000-0000-0000-000000000000}"/>
          </ac:spMkLst>
        </pc:spChg>
        <pc:picChg chg="mod">
          <ac:chgData name="dandaveni karthik" userId="350f9221cf384302" providerId="LiveId" clId="{659594B9-3F35-4671-BF47-8C07AE8EB907}" dt="2026-03-26T02:42:22.056" v="49" actId="1076"/>
          <ac:picMkLst>
            <pc:docMk/>
            <pc:sldMk cId="0" sldId="263"/>
            <ac:picMk id="5" creationId="{00000000-0000-0000-0000-000000000000}"/>
          </ac:picMkLst>
        </pc:picChg>
        <pc:picChg chg="mod">
          <ac:chgData name="dandaveni karthik" userId="350f9221cf384302" providerId="LiveId" clId="{659594B9-3F35-4671-BF47-8C07AE8EB907}" dt="2026-03-26T02:42:26.364" v="50" actId="1076"/>
          <ac:picMkLst>
            <pc:docMk/>
            <pc:sldMk cId="0" sldId="263"/>
            <ac:picMk id="7" creationId="{60EBCAFD-E636-3D75-F012-C71D7FDF6C5F}"/>
          </ac:picMkLst>
        </pc:picChg>
      </pc:sldChg>
      <pc:sldChg chg="modSp mod">
        <pc:chgData name="dandaveni karthik" userId="350f9221cf384302" providerId="LiveId" clId="{659594B9-3F35-4671-BF47-8C07AE8EB907}" dt="2026-03-26T02:41:59.346" v="45" actId="14100"/>
        <pc:sldMkLst>
          <pc:docMk/>
          <pc:sldMk cId="2845649979" sldId="264"/>
        </pc:sldMkLst>
        <pc:spChg chg="mod">
          <ac:chgData name="dandaveni karthik" userId="350f9221cf384302" providerId="LiveId" clId="{659594B9-3F35-4671-BF47-8C07AE8EB907}" dt="2026-03-26T02:41:59.346" v="45" actId="14100"/>
          <ac:spMkLst>
            <pc:docMk/>
            <pc:sldMk cId="2845649979" sldId="264"/>
            <ac:spMk id="2" creationId="{76563341-2245-E14C-6D2A-5F4C0F35E17E}"/>
          </ac:spMkLst>
        </pc:spChg>
        <pc:spChg chg="mod">
          <ac:chgData name="dandaveni karthik" userId="350f9221cf384302" providerId="LiveId" clId="{659594B9-3F35-4671-BF47-8C07AE8EB907}" dt="2026-03-26T02:41:41.522" v="42" actId="1076"/>
          <ac:spMkLst>
            <pc:docMk/>
            <pc:sldMk cId="2845649979" sldId="264"/>
            <ac:spMk id="3" creationId="{47C3595E-E8D9-7471-7C96-21C620426EF5}"/>
          </ac:spMkLst>
        </pc:spChg>
        <pc:spChg chg="mod">
          <ac:chgData name="dandaveni karthik" userId="350f9221cf384302" providerId="LiveId" clId="{659594B9-3F35-4671-BF47-8C07AE8EB907}" dt="2026-03-26T02:41:49.224" v="43" actId="1076"/>
          <ac:spMkLst>
            <pc:docMk/>
            <pc:sldMk cId="2845649979" sldId="264"/>
            <ac:spMk id="4" creationId="{4A0DD054-D1FD-41D4-8331-D01743A9C4C7}"/>
          </ac:spMkLst>
        </pc:spChg>
        <pc:picChg chg="mod">
          <ac:chgData name="dandaveni karthik" userId="350f9221cf384302" providerId="LiveId" clId="{659594B9-3F35-4671-BF47-8C07AE8EB907}" dt="2026-03-26T02:41:53.274" v="44" actId="1076"/>
          <ac:picMkLst>
            <pc:docMk/>
            <pc:sldMk cId="2845649979" sldId="264"/>
            <ac:picMk id="6" creationId="{613641B6-054E-2187-89CC-FE17D13ED838}"/>
          </ac:picMkLst>
        </pc:picChg>
      </pc:sldChg>
      <pc:sldChg chg="modSp mod">
        <pc:chgData name="dandaveni karthik" userId="350f9221cf384302" providerId="LiveId" clId="{659594B9-3F35-4671-BF47-8C07AE8EB907}" dt="2026-03-26T02:41:27.096" v="40" actId="14100"/>
        <pc:sldMkLst>
          <pc:docMk/>
          <pc:sldMk cId="2263630237" sldId="265"/>
        </pc:sldMkLst>
        <pc:spChg chg="mod">
          <ac:chgData name="dandaveni karthik" userId="350f9221cf384302" providerId="LiveId" clId="{659594B9-3F35-4671-BF47-8C07AE8EB907}" dt="2026-03-26T02:41:27.096" v="40" actId="14100"/>
          <ac:spMkLst>
            <pc:docMk/>
            <pc:sldMk cId="2263630237" sldId="265"/>
            <ac:spMk id="2" creationId="{CC23E878-B353-6DE9-BB96-35EA7204D853}"/>
          </ac:spMkLst>
        </pc:spChg>
        <pc:spChg chg="mod">
          <ac:chgData name="dandaveni karthik" userId="350f9221cf384302" providerId="LiveId" clId="{659594B9-3F35-4671-BF47-8C07AE8EB907}" dt="2026-03-26T02:41:18.859" v="39" actId="1076"/>
          <ac:spMkLst>
            <pc:docMk/>
            <pc:sldMk cId="2263630237" sldId="265"/>
            <ac:spMk id="3" creationId="{13EBF901-A22D-B173-18DE-CA41B8BC54A9}"/>
          </ac:spMkLst>
        </pc:spChg>
        <pc:spChg chg="mod">
          <ac:chgData name="dandaveni karthik" userId="350f9221cf384302" providerId="LiveId" clId="{659594B9-3F35-4671-BF47-8C07AE8EB907}" dt="2026-03-26T02:41:14.163" v="38" actId="1076"/>
          <ac:spMkLst>
            <pc:docMk/>
            <pc:sldMk cId="2263630237" sldId="265"/>
            <ac:spMk id="4" creationId="{B073A870-9429-2265-6E6A-3A5558A105E8}"/>
          </ac:spMkLst>
        </pc:spChg>
      </pc:sldChg>
      <pc:sldChg chg="addSp delSp modSp add del mod">
        <pc:chgData name="dandaveni karthik" userId="350f9221cf384302" providerId="LiveId" clId="{659594B9-3F35-4671-BF47-8C07AE8EB907}" dt="2026-03-26T03:07:25.373" v="83" actId="2696"/>
        <pc:sldMkLst>
          <pc:docMk/>
          <pc:sldMk cId="63284625" sldId="266"/>
        </pc:sldMkLst>
        <pc:spChg chg="del mod">
          <ac:chgData name="dandaveni karthik" userId="350f9221cf384302" providerId="LiveId" clId="{659594B9-3F35-4671-BF47-8C07AE8EB907}" dt="2026-03-26T03:06:50.529" v="79"/>
          <ac:spMkLst>
            <pc:docMk/>
            <pc:sldMk cId="63284625" sldId="266"/>
            <ac:spMk id="3" creationId="{543C08B2-59FD-9561-065A-8476BBF69FB7}"/>
          </ac:spMkLst>
        </pc:spChg>
        <pc:spChg chg="del mod">
          <ac:chgData name="dandaveni karthik" userId="350f9221cf384302" providerId="LiveId" clId="{659594B9-3F35-4671-BF47-8C07AE8EB907}" dt="2026-03-26T03:06:50.529" v="77"/>
          <ac:spMkLst>
            <pc:docMk/>
            <pc:sldMk cId="63284625" sldId="266"/>
            <ac:spMk id="4" creationId="{7CEFAB13-E971-ED0A-EFCC-BDDA84C82267}"/>
          </ac:spMkLst>
        </pc:spChg>
        <pc:picChg chg="add mod">
          <ac:chgData name="dandaveni karthik" userId="350f9221cf384302" providerId="LiveId" clId="{659594B9-3F35-4671-BF47-8C07AE8EB907}" dt="2026-03-26T03:06:49.556" v="75" actId="14100"/>
          <ac:picMkLst>
            <pc:docMk/>
            <pc:sldMk cId="63284625" sldId="266"/>
            <ac:picMk id="5" creationId="{00000000-0000-0000-0000-000000000000}"/>
          </ac:picMkLst>
        </pc:picChg>
        <pc:picChg chg="del">
          <ac:chgData name="dandaveni karthik" userId="350f9221cf384302" providerId="LiveId" clId="{659594B9-3F35-4671-BF47-8C07AE8EB907}" dt="2026-03-26T03:05:05.682" v="68" actId="21"/>
          <ac:picMkLst>
            <pc:docMk/>
            <pc:sldMk cId="63284625" sldId="266"/>
            <ac:picMk id="6" creationId="{BC88E906-DD7C-4755-A171-D9E4A4A380FD}"/>
          </ac:picMkLst>
        </pc:picChg>
        <pc:picChg chg="add del mod">
          <ac:chgData name="dandaveni karthik" userId="350f9221cf384302" providerId="LiveId" clId="{659594B9-3F35-4671-BF47-8C07AE8EB907}" dt="2026-03-26T03:07:19.874" v="82" actId="21"/>
          <ac:picMkLst>
            <pc:docMk/>
            <pc:sldMk cId="63284625" sldId="266"/>
            <ac:picMk id="7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44880" y="0"/>
            <a:ext cx="11866880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rgbClr val="00B0F0"/>
                </a:solidFill>
              </a:rPr>
              <a:t>BY DANDAVENI GANESH </a:t>
            </a:r>
          </a:p>
          <a:p>
            <a:pPr algn="ctr"/>
            <a:r>
              <a:rPr lang="en-IN" dirty="0">
                <a:solidFill>
                  <a:srgbClr val="00B0F0"/>
                </a:solidFill>
              </a:rPr>
              <a:t>WIPRO NGA - </a:t>
            </a:r>
            <a:r>
              <a:rPr lang="en-IN" dirty="0" err="1">
                <a:solidFill>
                  <a:srgbClr val="00B0F0"/>
                </a:solidFill>
              </a:rPr>
              <a:t>.Net</a:t>
            </a:r>
            <a:r>
              <a:rPr lang="en-IN" dirty="0">
                <a:solidFill>
                  <a:srgbClr val="00B0F0"/>
                </a:solidFill>
              </a:rPr>
              <a:t> React (MS Dynamics) - FY26 - C3 </a:t>
            </a:r>
          </a:p>
          <a:p>
            <a:pPr algn="ctr"/>
            <a:r>
              <a:rPr lang="en-IN" dirty="0">
                <a:solidFill>
                  <a:srgbClr val="00B0F0"/>
                </a:solidFill>
              </a:rPr>
              <a:t>Instructor Name : Parth Shukla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3428" y="662090"/>
            <a:ext cx="80231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IN" sz="4400" b="1" dirty="0"/>
              <a:t>      Customer Engagement &amp; 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IN" sz="4400" b="1" dirty="0"/>
              <a:t>  </a:t>
            </a:r>
            <a:r>
              <a:rPr lang="en-IN" sz="4400" b="1" dirty="0">
                <a:solidFill>
                  <a:srgbClr val="00B0F0"/>
                </a:solidFill>
              </a:rPr>
              <a:t>Service Analytics</a:t>
            </a:r>
            <a:endParaRPr lang="en-IN" sz="4400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1612" y="2598003"/>
            <a:ext cx="86523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B4FF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A comprehensive platform for managing support operations, tracking tickets, and analyzing performance.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10640" y="0"/>
            <a:ext cx="12446000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529746" y="914400"/>
            <a:ext cx="4189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IN" sz="4000" b="1" dirty="0"/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529746" y="1907458"/>
            <a:ext cx="563388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centralized web-based platform is meticulously designed to streamline modern customer service operations.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It serves as a unified hub where support teams can efficiently handle inquiries, assign service tickets, and monitor resolution timelines in real-time.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By replacing manual tracking with an automated, data-driven system, organizations can dramatically improve response times, minimize human errors, and greatly elevate overall customer satisfaction.</a:t>
            </a:r>
          </a:p>
          <a:p>
            <a:pPr>
              <a:defRPr sz="2400">
                <a:solidFill>
                  <a:srgbClr val="00B4FF"/>
                </a:solidFill>
              </a:defRPr>
            </a:pPr>
            <a:endParaRPr dirty="0">
              <a:solidFill>
                <a:srgbClr val="00B0F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29F01-84C2-E705-D56F-8BD4AD9AE8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137" y="1515427"/>
            <a:ext cx="5513063" cy="40217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34160" y="0"/>
            <a:ext cx="12242800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426719" y="457200"/>
            <a:ext cx="41556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IN" sz="4000" b="1" dirty="0"/>
              <a:t>Core Objectives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-426719" y="1622286"/>
            <a:ext cx="1043202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Centralized Management: </a:t>
            </a:r>
            <a:r>
              <a:rPr lang="en-US" dirty="0">
                <a:solidFill>
                  <a:schemeClr val="bg1"/>
                </a:solidFill>
              </a:rPr>
              <a:t>Design a unified system to handle end-to-end customer support workflows efficiently.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Robust Architecture: </a:t>
            </a:r>
            <a:r>
              <a:rPr lang="en-US" dirty="0">
                <a:solidFill>
                  <a:schemeClr val="bg1"/>
                </a:solidFill>
              </a:rPr>
              <a:t>Develop a secure, high-performance backend API for processing tickets and validating business rules.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Data Integrity: </a:t>
            </a:r>
            <a:r>
              <a:rPr lang="en-US" dirty="0">
                <a:solidFill>
                  <a:schemeClr val="bg1"/>
                </a:solidFill>
              </a:rPr>
              <a:t>Implement a highly structured, normalized relational database to securely persist customer and operational data.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Actionable Analytics: </a:t>
            </a:r>
            <a:r>
              <a:rPr lang="en-US" dirty="0">
                <a:solidFill>
                  <a:schemeClr val="bg1"/>
                </a:solidFill>
              </a:rPr>
              <a:t>Generate real-time insights using integrated Power BI dashboards to track KPIs like open and closed tickets.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Responsive Experience: </a:t>
            </a:r>
            <a:r>
              <a:rPr lang="en-US" dirty="0">
                <a:solidFill>
                  <a:schemeClr val="bg1"/>
                </a:solidFill>
              </a:rPr>
              <a:t>Build an intuitive, seamless frontend interface that empowers agents to manage workloads without friction.</a:t>
            </a:r>
          </a:p>
          <a:p>
            <a:pPr>
              <a:defRPr sz="2400">
                <a:solidFill>
                  <a:srgbClr val="00B4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0048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-535203" y="338295"/>
            <a:ext cx="494562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IN" sz="4000" b="1" dirty="0"/>
              <a:t>3-Tier Architecture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endParaRPr lang="en-IN" sz="4000" b="1" dirty="0"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rPr lang="en-IN" sz="2400" b="1" dirty="0">
                <a:solidFill>
                  <a:srgbClr val="00B0F0"/>
                </a:solidFill>
              </a:rPr>
              <a:t>Scalable &amp; Modular</a:t>
            </a:r>
            <a:endParaRPr sz="2400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535203" y="2143831"/>
            <a:ext cx="544707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platform is engineered on a highly resilient three-tier architecture, ensuring strict separation of concerns and maintainability.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Frontend: A dynamic UI built with HTML, CSS, and JavaScript, providing instant access to ticket management functionalities.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Backend API: A robust .NET Core application responsible for orchestrating complex business logic and request validation.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Database: A reliable SQL Server deployment ensuring transactional consistency and long-term data security.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C96407-2302-3521-AC50-56D0ED210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654" y="2031066"/>
            <a:ext cx="5299587" cy="37923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B4FF"/>
                </a:solidFill>
              </a:defRPr>
            </a:pPr>
            <a:r>
              <a:t>Add your content here...</a:t>
            </a:r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BE6175B5-6EF7-2D27-E626-356093A4C27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12240" y="13208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640080" y="855097"/>
            <a:ext cx="372396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IN" sz="4000" b="1" dirty="0"/>
              <a:t>Database Design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-540774" y="2217251"/>
            <a:ext cx="51127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database employs a normalized relational schema to eliminate redundancy and maintain strict data integrity.</a:t>
            </a:r>
          </a:p>
          <a:p>
            <a:r>
              <a:rPr lang="en-US" dirty="0">
                <a:solidFill>
                  <a:schemeClr val="bg1"/>
                </a:solidFill>
              </a:rPr>
              <a:t>Customers: Core table storing client identity and contact information.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Agents: </a:t>
            </a:r>
            <a:r>
              <a:rPr lang="en-US" dirty="0">
                <a:solidFill>
                  <a:schemeClr val="bg1"/>
                </a:solidFill>
              </a:rPr>
              <a:t>Tracks internal support staff responsible for resolving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Categories: </a:t>
            </a:r>
            <a:r>
              <a:rPr lang="en-US" dirty="0">
                <a:solidFill>
                  <a:schemeClr val="bg1"/>
                </a:solidFill>
              </a:rPr>
              <a:t>Classifies issues (e.g., Billing, Technical, Account Access).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Tickets: </a:t>
            </a:r>
            <a:r>
              <a:rPr lang="en-US" dirty="0">
                <a:solidFill>
                  <a:schemeClr val="bg1"/>
                </a:solidFill>
              </a:rPr>
              <a:t>The central transactional table securely mapping customers to agents and categories.</a:t>
            </a:r>
          </a:p>
          <a:p>
            <a:pPr>
              <a:defRPr sz="2400">
                <a:solidFill>
                  <a:srgbClr val="00B4FF"/>
                </a:solidFill>
              </a:defRPr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5D6966-9FCE-0B0B-DBCF-DC86A4CB5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236" y="1947097"/>
            <a:ext cx="5427406" cy="40558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685036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B4FF"/>
                </a:solidFill>
              </a:defRPr>
            </a:pPr>
            <a:r>
              <a:t>Add your content here...</a:t>
            </a:r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685036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27276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B4FF"/>
                </a:solidFill>
              </a:defRPr>
            </a:pPr>
            <a:r>
              <a:t>Add your content here...</a:t>
            </a:r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827276" y="0"/>
            <a:ext cx="1218895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EBCAFD-E636-3D75-F012-C71D7FDF6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833087"/>
            <a:ext cx="5535188" cy="40351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26C9A-0AAB-C953-2CB6-0D4BDC3CF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563341-2245-E14C-6D2A-5F4C0F35E17E}"/>
              </a:ext>
            </a:extLst>
          </p:cNvPr>
          <p:cNvSpPr/>
          <p:nvPr/>
        </p:nvSpPr>
        <p:spPr>
          <a:xfrm>
            <a:off x="-1737360" y="0"/>
            <a:ext cx="12506960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C3595E-E8D9-7471-7C96-21C620426EF5}"/>
              </a:ext>
            </a:extLst>
          </p:cNvPr>
          <p:cNvSpPr txBox="1"/>
          <p:nvPr/>
        </p:nvSpPr>
        <p:spPr>
          <a:xfrm>
            <a:off x="-965200" y="677297"/>
            <a:ext cx="476726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IN" sz="4000" b="1" dirty="0"/>
              <a:t>Power BI Dashboard: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DD054-D1FD-41D4-8331-D01743A9C4C7}"/>
              </a:ext>
            </a:extLst>
          </p:cNvPr>
          <p:cNvSpPr txBox="1"/>
          <p:nvPr/>
        </p:nvSpPr>
        <p:spPr>
          <a:xfrm>
            <a:off x="-845891" y="1674767"/>
            <a:ext cx="3982822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B4FF"/>
                </a:solidFill>
              </a:defRPr>
            </a:pPr>
            <a:r>
              <a:rPr lang="en-IN" sz="2000" dirty="0">
                <a:solidFill>
                  <a:schemeClr val="bg1"/>
                </a:solidFill>
              </a:rPr>
              <a:t>Displays real-time ticket statistics</a:t>
            </a:r>
          </a:p>
          <a:p>
            <a:pPr>
              <a:defRPr sz="2400">
                <a:solidFill>
                  <a:srgbClr val="00B4FF"/>
                </a:solidFill>
              </a:defRPr>
            </a:pPr>
            <a:endParaRPr lang="en-IN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B4FF"/>
                </a:solidFill>
              </a:defRPr>
            </a:pPr>
            <a:r>
              <a:rPr lang="en-US" sz="2000" dirty="0">
                <a:solidFill>
                  <a:schemeClr val="bg1"/>
                </a:solidFill>
              </a:rPr>
              <a:t>Total, Open, Closed, In Progress</a:t>
            </a:r>
          </a:p>
          <a:p>
            <a:pPr>
              <a:defRPr sz="2400">
                <a:solidFill>
                  <a:srgbClr val="00B4FF"/>
                </a:solidFill>
              </a:defRPr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B4FF"/>
                </a:solidFill>
              </a:defRPr>
            </a:pPr>
            <a:r>
              <a:rPr lang="en-US" sz="2000" dirty="0">
                <a:solidFill>
                  <a:schemeClr val="bg1"/>
                </a:solidFill>
              </a:rPr>
              <a:t>Total, Open, Closed, In Progress</a:t>
            </a:r>
            <a:endParaRPr sz="20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3641B6-054E-2187-89CC-FE17D13ED8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400" y="1688910"/>
            <a:ext cx="576072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49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FBF67-C0ED-1F83-3886-587AAFD7E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23E878-B353-6DE9-BB96-35EA7204D853}"/>
              </a:ext>
            </a:extLst>
          </p:cNvPr>
          <p:cNvSpPr/>
          <p:nvPr/>
        </p:nvSpPr>
        <p:spPr>
          <a:xfrm>
            <a:off x="-1778000" y="0"/>
            <a:ext cx="12527280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BF901-A22D-B173-18DE-CA41B8BC54A9}"/>
              </a:ext>
            </a:extLst>
          </p:cNvPr>
          <p:cNvSpPr txBox="1"/>
          <p:nvPr/>
        </p:nvSpPr>
        <p:spPr>
          <a:xfrm>
            <a:off x="-660400" y="914400"/>
            <a:ext cx="250741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IN" sz="4000" b="1" dirty="0"/>
              <a:t>Conclusion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3A870-9429-2265-6E6A-3A5558A105E8}"/>
              </a:ext>
            </a:extLst>
          </p:cNvPr>
          <p:cNvSpPr txBox="1"/>
          <p:nvPr/>
        </p:nvSpPr>
        <p:spPr>
          <a:xfrm>
            <a:off x="-640080" y="1930400"/>
            <a:ext cx="976376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Customer Engagement &amp; Service Analytics platform successfully streamlines support operations through a centralized and scalable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It enables efficient ticket management, ensures data integrity, and provides real-time insights for better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With its 3-tier architecture and modern web technologies, the system delivers high performance, flexibility, and a seamless user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Overall, the platform enhances customer satisfaction, improves operational efficiency, and provides a strong foundation for future scalability.</a:t>
            </a:r>
          </a:p>
          <a:p>
            <a:pPr>
              <a:defRPr sz="2400">
                <a:solidFill>
                  <a:srgbClr val="00B4FF"/>
                </a:solidFill>
              </a:defRPr>
            </a:pP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630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483</Words>
  <Application>Microsoft Office PowerPoint</Application>
  <PresentationFormat>On-screen Show (4:3)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dandaveni ganesh</dc:creator>
  <cp:keywords/>
  <dc:description>generated using python-pptx</dc:description>
  <cp:lastModifiedBy>dandaveni karthik</cp:lastModifiedBy>
  <cp:revision>2</cp:revision>
  <dcterms:created xsi:type="dcterms:W3CDTF">2013-01-27T09:14:16Z</dcterms:created>
  <dcterms:modified xsi:type="dcterms:W3CDTF">2026-03-26T03:07:25Z</dcterms:modified>
  <cp:category/>
</cp:coreProperties>
</file>